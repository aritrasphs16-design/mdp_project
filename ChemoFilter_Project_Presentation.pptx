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7E8F9"/>
                </a:solidFill>
                <a:latin typeface="Arial"/>
              </a:defRPr>
            </a:pPr>
            <a:r>
              <a:t>ChemoFilter: Advanced Computational Drug Discovery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Streamlining in-silico screening, target prioritization, and molecular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The Structural Bottleneck in Early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High Failure Rates: 90% of clinical candidates fail due to unseen toxicity or poor ADME profiles.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Data Fragmentation: Computational chemists traditionally jump between dozens of isolated tools (PAINS filters, logP calculators, 3D modeling).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Slow Assessment: Manual inspection of SMILES strings and topological metrics takes months of human-hours.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The Need: A unified, intelligent, ultra-fast platform to filter millions of candidates into high-quality hits.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ChemoFilter 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An AI-powered, multi-tab computational chemistry web application built perfectly on Streamlit and RDKit.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Instantly analyzes molecular representations (SMILES) to predict drug-likeness, safety, and synthetic accessibility.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Architecture: Operates entirely locally with robust Python backends, avoiding cloud exposure of proprietary IP.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Scalability: Equipped with Mega-Iterative 'Zenith' and 'Celestial' evaluation engines checking up to 50+ physiochemical parameters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Pillar 1: Deep ADMET &amp; Physicochemical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Lipinski's Rule of 5 Validation (MW, LogP, HBD, HBA) for oral bioavailability.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Advanced topological scoring: QED (Quantitative Estimate of Drug-likeness), TPSA, and Fsp3 orbital hybridization.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3D Conformational Stress calculations via the MMFF force field.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Automated Toxicity Alerts: Checks structures against SMARTS libraries for PAINS (Pan Assay Interference Compounds), Brenk alerts, Ames mutagenicity, and hERG inhibition.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Pillar 2: Data Visualization &amp; AI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Rich 2D &amp; 3D Visuals: Interactive 3D molecular conformity viewers, Plotly radar charts, and scaffold clustering graphs.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LLM Integration: Anthropic Claude integration acts as a virtual medicinal chemist.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Generates analog suggestions, identifies synthetic vulnerabilities, and predicts biological mechanisms instantly from the evaluated metrics.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Side-by-side Gold Standard tracking allows direct comparison against market reference compounds like Olanzapine.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ChemoScore: The Ultimate Prioritization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Weighted Evaluation: Calculates an overall 'ChemoScore' and Grade (A, B, C, F) for any input.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Adjustable Sliders: Lead reviewers can dynamically distribute weight among Structure, PhysChem, Safety, and Synthesis modules.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Ensures researchers aren't just optimizing for binding affinity, but prioritizing molecules that can actually survive the human liver and bloodstream.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Actionable outputs: Allows instant sorting of thousands of hits down to the Top 5 most viable structures.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Technical Architecture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Frontend: Streamlit configured with custom-injected HTML/CSS for a dark, futuristic laboratory interface.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Backend: Python, RDKit, Pandas, and NetworkX. Highly localized to ensure zero molecular data leakage.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Caching Optimization: Utilizes advanced session caching and @st.cache_resource decorators to stabilize execution and prevent memory serialization crashes.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Result: Real-time calculation speeds previously only achievable by massive compute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Platform Impact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Impact: Decreases hit-to-lead verification time from weeks to seconds.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Significantly de-risks preclinical assets by catching structural red flags (Cytochrome P450 liabilities, false positives) early.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Next Steps: Integration with broader high-throughput screening data lakes.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Expansion of generative AI capabilities to auto-design synthesis pathways.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7E8F9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Ready for Live Demonstration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